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毛概期末考试事项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考试时间：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日下午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考试题型为：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一、单选题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分；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二、多选题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分；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三、论述题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个题共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分；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四、材料分析题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个题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分。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毛概期末统一答疑安排：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时间：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周（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）下午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点到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点。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注意：此时间段不能现场答疑的同学，可以通过网络答疑，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QQ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群，邮箱（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915016891@qq.com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）、电话（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13880016305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地点：综合楼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二楼教师休息室。</a:t>
            </a:r>
            <a:endParaRPr lang="en-US" altLang="zh-CN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917575"/>
          </a:xfrm>
        </p:spPr>
        <p:txBody>
          <a:bodyPr>
            <a:normAutofit fontScale="90000"/>
          </a:bodyPr>
          <a:p>
            <a:pPr algn="l"/>
            <a:r>
              <a:rPr lang="zh-CN" altLang="zh-CN"/>
              <a:t>学期总结与教学建议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6340" y="2302510"/>
            <a:ext cx="9799320" cy="2252980"/>
          </a:xfrm>
        </p:spPr>
        <p:txBody>
          <a:bodyPr>
            <a:noAutofit/>
          </a:bodyPr>
          <a:p>
            <a:pPr algn="l"/>
            <a:r>
              <a:rPr lang="en-US" altLang="zh-CN" sz="4000"/>
              <a:t>1. </a:t>
            </a:r>
            <a:r>
              <a:rPr lang="zh-CN" altLang="en-US" sz="4000"/>
              <a:t>学期总结：自我表现、自我评价。</a:t>
            </a:r>
            <a:endParaRPr lang="zh-CN" altLang="en-US" sz="4000"/>
          </a:p>
          <a:p>
            <a:pPr algn="l"/>
            <a:r>
              <a:rPr lang="en-US" altLang="zh-CN" sz="4000"/>
              <a:t>2. </a:t>
            </a:r>
            <a:r>
              <a:rPr lang="zh-CN" altLang="en-US" sz="4000"/>
              <a:t>教学意见与建议。</a:t>
            </a:r>
            <a:endParaRPr lang="zh-CN" altLang="en-US" sz="4000"/>
          </a:p>
          <a:p>
            <a:pPr algn="l"/>
            <a:r>
              <a:rPr lang="en-US" altLang="zh-CN" sz="4000"/>
              <a:t>3. </a:t>
            </a:r>
            <a:r>
              <a:rPr lang="zh-CN" altLang="en-US" sz="4000"/>
              <a:t>写清楚姓名、学号、学院。</a:t>
            </a:r>
            <a:endParaRPr lang="zh-CN" altLang="en-US" sz="4000"/>
          </a:p>
          <a:p>
            <a:pPr algn="l"/>
            <a:endParaRPr lang="zh-CN" altLang="en-US" sz="4000"/>
          </a:p>
          <a:p>
            <a:pPr algn="l"/>
            <a:endParaRPr lang="zh-CN" altLang="en-US" sz="40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WPS 演示</Application>
  <PresentationFormat>宽屏</PresentationFormat>
  <Paragraphs>27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毛概期末考试事项</vt:lpstr>
      <vt:lpstr>毛概期末统一答疑安排：</vt:lpstr>
      <vt:lpstr>学期总结与教学建议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陈乐香</cp:lastModifiedBy>
  <cp:revision>158</cp:revision>
  <dcterms:created xsi:type="dcterms:W3CDTF">2019-06-19T02:08:00Z</dcterms:created>
  <dcterms:modified xsi:type="dcterms:W3CDTF">2025-05-25T12:50:14Z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93C0D75C020A4A60987432E3A9CFF8B2_11</vt:lpwstr>
  </property>
</Properties>
</file>